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FF"/>
    <a:srgbClr val="FFAC47"/>
    <a:srgbClr val="FF66CC"/>
    <a:srgbClr val="FFFFFF"/>
    <a:srgbClr val="0066FF"/>
    <a:srgbClr val="FF6600"/>
    <a:srgbClr val="FF3399"/>
    <a:srgbClr val="FF9933"/>
    <a:srgbClr val="66FF33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06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E90D10-ACAE-E3D3-0194-462DFC92CC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89EDDA35-21C3-A434-FC3A-09F1ADE0B8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0C3878-FC65-A564-23CD-78264E4117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F43F6-2F45-46AE-A1B3-54F69EA03462}" type="datetimeFigureOut">
              <a:rPr lang="zh-CN" altLang="en-US" smtClean="0"/>
              <a:t>2024/7/13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C9C7370-4E75-8755-B4C4-16FD7CEF9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D74212-97FB-C723-4391-F21D64A3C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21CBC-5772-4479-BB8A-708FA3F6B9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680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DCE29F-C0E0-0581-8584-176A15A4A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4841C8-F6F2-5605-0686-37706D935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D0332E-FCC9-6872-C2A2-40BC5E237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F43F6-2F45-46AE-A1B3-54F69EA03462}" type="datetimeFigureOut">
              <a:rPr lang="zh-CN" altLang="en-US" smtClean="0"/>
              <a:t>2024/7/13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85BB41-D912-D5D2-0A05-B4DAE45DC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C2B6D5-BEB2-9202-671B-F60D33A00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21CBC-5772-4479-BB8A-708FA3F6B9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7006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B150C9-F353-B0CB-3004-17AD65F32B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1E0288-7652-6A2F-76D9-413B80EEF8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DF1886-BC79-618B-B740-B7E9AEC6C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F43F6-2F45-46AE-A1B3-54F69EA03462}" type="datetimeFigureOut">
              <a:rPr lang="zh-CN" altLang="en-US" smtClean="0"/>
              <a:t>2024/7/13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8F65D37-BBEF-11AD-34F2-8DF8F530C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D02B21-4516-A6A6-3483-331D5973C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21CBC-5772-4479-BB8A-708FA3F6B9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73572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E60F456-F138-3F9E-9F6B-92E94BEDB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804BB5-FB20-9BB5-2C49-7E1F580684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7E85DC0-F866-7955-3F69-F7E96DF29B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B9CC608-B5E9-28FA-0532-492DC8DAD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F43F6-2F45-46AE-A1B3-54F69EA03462}" type="datetimeFigureOut">
              <a:rPr lang="zh-CN" altLang="en-US" smtClean="0"/>
              <a:t>2024/7/13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1F1E537-C3A2-4FB9-80DE-00E81EAD8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F7CC916-1F14-D65F-1687-E31E8F628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21CBC-5772-4479-BB8A-708FA3F6B9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2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6EC1E5-61D9-318F-06DB-67A202D0C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1B9741-6A13-32E0-7BAE-307C44679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594F728-7D27-86CD-D4AB-D64313F5C3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BD06B80-D3C7-4405-63BD-B343192FC5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6250D13-6B31-056B-6FE8-A99F6B6AB9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D8412A0-E1C2-A13E-FF46-B3C52527F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F43F6-2F45-46AE-A1B3-54F69EA03462}" type="datetimeFigureOut">
              <a:rPr lang="zh-CN" altLang="en-US" smtClean="0"/>
              <a:t>2024/7/13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0A081EA-9DA7-CC9E-9207-26A8C77BC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683BF65-9A8D-2F5F-86AB-D365ECC11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21CBC-5772-4479-BB8A-708FA3F6B9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4769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1EE49F-F940-F9F4-B826-CB82C1678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7DAC3ED-8BAB-88D7-448D-ED0E7AAA9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F43F6-2F45-46AE-A1B3-54F69EA03462}" type="datetimeFigureOut">
              <a:rPr lang="zh-CN" altLang="en-US" smtClean="0"/>
              <a:t>2024/7/13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69F1937-A9A9-5924-5452-F33704494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55DA85C-E4DF-B7EC-312B-5272A871E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21CBC-5772-4479-BB8A-708FA3F6B9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465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D0545FB-772A-D407-78A6-57D187312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F43F6-2F45-46AE-A1B3-54F69EA03462}" type="datetimeFigureOut">
              <a:rPr lang="zh-CN" altLang="en-US" smtClean="0"/>
              <a:t>2024/7/13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E04A403-5F16-6581-F31F-80D649950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117251-FC36-5AC6-6AD8-A405FDAB6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21CBC-5772-4479-BB8A-708FA3F6B9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6530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E14C17-BF33-E4D6-5393-D6C76DAD9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C7C826-FB09-40D1-55FE-632DE5662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6D6244C-EB9D-EFFC-8015-26D194F2A5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F4A44D7-C4A8-445F-F47E-ED77F39FA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F43F6-2F45-46AE-A1B3-54F69EA03462}" type="datetimeFigureOut">
              <a:rPr lang="zh-CN" altLang="en-US" smtClean="0"/>
              <a:t>2024/7/13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2BC6654-364A-5FFE-B9CA-BF69595FE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F3DF33F-BF05-19B7-8C8C-A7706920F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21CBC-5772-4479-BB8A-708FA3F6B9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66018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64526C-E2DC-B3A5-2215-F3990C356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DB1425F-BF09-B439-BD1A-782486A996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BB1388A-2AF9-9F60-9748-E667925674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EB22373-63BA-68A1-8E88-2A69BC282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F43F6-2F45-46AE-A1B3-54F69EA03462}" type="datetimeFigureOut">
              <a:rPr lang="zh-CN" altLang="en-US" smtClean="0"/>
              <a:t>2024/7/13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ABC1B32-25D6-E37C-092F-68A513AF1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6787289-D844-F088-8873-D1D1BEC27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21CBC-5772-4479-BB8A-708FA3F6B9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8446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491B64-65FF-C6F8-13BD-EA9ADC362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0C2446F-44E7-7CD6-F78D-0B815D6576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EAD1D3-F51F-1634-99AA-3CB192484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F43F6-2F45-46AE-A1B3-54F69EA03462}" type="datetimeFigureOut">
              <a:rPr lang="zh-CN" altLang="en-US" smtClean="0"/>
              <a:t>2024/7/13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AACEE5-57AF-2C24-97E7-BA7707200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E4A3D3-3100-99F6-C3CB-399587680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21CBC-5772-4479-BB8A-708FA3F6B9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1089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A54787D-F8C8-383B-3561-210275391B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19A32D9-0CD0-3B2E-3123-8D173FE42A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D73240D-1366-2993-BDAA-CDBED6241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2F43F6-2F45-46AE-A1B3-54F69EA03462}" type="datetimeFigureOut">
              <a:rPr lang="zh-CN" altLang="en-US" smtClean="0"/>
              <a:t>2024/7/13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7D587A0-E443-2E6D-8BF0-08465785A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A49FAF-0F5F-BA2E-1C2E-84D0D6451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521CBC-5772-4479-BB8A-708FA3F6B9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22067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1C776E3-5C20-49EE-79B2-399729E5F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60ED458-3CC9-9627-3ADF-A053A2EA3E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8D67CB-4110-8D12-C084-2B5640641F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2F43F6-2F45-46AE-A1B3-54F69EA03462}" type="datetimeFigureOut">
              <a:rPr lang="zh-CN" altLang="en-US" smtClean="0"/>
              <a:t>2024/7/13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6E19350-2F34-0A5B-BA82-8AB265854C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C16609-9240-A0A7-387D-D3FB2BA6B2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521CBC-5772-4479-BB8A-708FA3F6B9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1473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形 4" descr="比心">
            <a:extLst>
              <a:ext uri="{FF2B5EF4-FFF2-40B4-BE49-F238E27FC236}">
                <a16:creationId xmlns:a16="http://schemas.microsoft.com/office/drawing/2014/main" id="{4346A02E-3B72-4ED2-8352-CFB1A3C36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3342" y="2340078"/>
            <a:ext cx="914400" cy="914400"/>
          </a:xfrm>
          <a:prstGeom prst="rect">
            <a:avLst/>
          </a:prstGeom>
        </p:spPr>
      </p:pic>
      <p:pic>
        <p:nvPicPr>
          <p:cNvPr id="6" name="图形 5" descr="比心">
            <a:extLst>
              <a:ext uri="{FF2B5EF4-FFF2-40B4-BE49-F238E27FC236}">
                <a16:creationId xmlns:a16="http://schemas.microsoft.com/office/drawing/2014/main" id="{5A73ACF1-9D7D-2AFA-A6AD-9D501672F9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09203" y="1237648"/>
            <a:ext cx="1440000" cy="1440000"/>
          </a:xfrm>
          <a:prstGeom prst="rect">
            <a:avLst/>
          </a:prstGeom>
        </p:spPr>
      </p:pic>
      <p:pic>
        <p:nvPicPr>
          <p:cNvPr id="8" name="图形 7" descr="比心">
            <a:extLst>
              <a:ext uri="{FF2B5EF4-FFF2-40B4-BE49-F238E27FC236}">
                <a16:creationId xmlns:a16="http://schemas.microsoft.com/office/drawing/2014/main" id="{5F71EFFB-3815-9A1B-D4CE-A80C7424AE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37088" y="1399880"/>
            <a:ext cx="1440000" cy="1440000"/>
          </a:xfrm>
          <a:prstGeom prst="rect">
            <a:avLst/>
          </a:prstGeom>
        </p:spPr>
      </p:pic>
      <p:pic>
        <p:nvPicPr>
          <p:cNvPr id="11" name="图形 10" descr="比心">
            <a:extLst>
              <a:ext uri="{FF2B5EF4-FFF2-40B4-BE49-F238E27FC236}">
                <a16:creationId xmlns:a16="http://schemas.microsoft.com/office/drawing/2014/main" id="{1A043B23-C4FF-FF39-8678-FE76847327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76625" y="431403"/>
            <a:ext cx="1440000" cy="1440000"/>
          </a:xfrm>
          <a:prstGeom prst="rect">
            <a:avLst/>
          </a:prstGeom>
        </p:spPr>
      </p:pic>
      <p:pic>
        <p:nvPicPr>
          <p:cNvPr id="16" name="图形 15" descr="比心">
            <a:extLst>
              <a:ext uri="{FF2B5EF4-FFF2-40B4-BE49-F238E27FC236}">
                <a16:creationId xmlns:a16="http://schemas.microsoft.com/office/drawing/2014/main" id="{3E82BD2E-8201-3884-C20C-65A09F3E98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4227" y="3603523"/>
            <a:ext cx="914400" cy="914400"/>
          </a:xfrm>
          <a:prstGeom prst="rect">
            <a:avLst/>
          </a:prstGeom>
        </p:spPr>
      </p:pic>
      <p:pic>
        <p:nvPicPr>
          <p:cNvPr id="17" name="图形 16" descr="比心">
            <a:extLst>
              <a:ext uri="{FF2B5EF4-FFF2-40B4-BE49-F238E27FC236}">
                <a16:creationId xmlns:a16="http://schemas.microsoft.com/office/drawing/2014/main" id="{58002CCE-69DA-3D08-DB54-34043CA784D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124687" y="431403"/>
            <a:ext cx="1440000" cy="1440000"/>
          </a:xfrm>
          <a:prstGeom prst="rect">
            <a:avLst/>
          </a:prstGeom>
        </p:spPr>
      </p:pic>
      <p:pic>
        <p:nvPicPr>
          <p:cNvPr id="18" name="图形 17" descr="比心">
            <a:extLst>
              <a:ext uri="{FF2B5EF4-FFF2-40B4-BE49-F238E27FC236}">
                <a16:creationId xmlns:a16="http://schemas.microsoft.com/office/drawing/2014/main" id="{3ED35D8B-E6E2-6CAB-8789-A700E9A40DA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234568" y="485480"/>
            <a:ext cx="1440000" cy="1440000"/>
          </a:xfrm>
          <a:prstGeom prst="rect">
            <a:avLst/>
          </a:prstGeom>
        </p:spPr>
      </p:pic>
      <p:pic>
        <p:nvPicPr>
          <p:cNvPr id="22" name="图形 21" descr="比心">
            <a:extLst>
              <a:ext uri="{FF2B5EF4-FFF2-40B4-BE49-F238E27FC236}">
                <a16:creationId xmlns:a16="http://schemas.microsoft.com/office/drawing/2014/main" id="{5A2D9816-9540-E481-640C-75D72620AD8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147482" y="1345803"/>
            <a:ext cx="1440000" cy="1440000"/>
          </a:xfrm>
          <a:prstGeom prst="rect">
            <a:avLst/>
          </a:prstGeom>
        </p:spPr>
      </p:pic>
      <p:pic>
        <p:nvPicPr>
          <p:cNvPr id="23" name="图形 22" descr="比心">
            <a:extLst>
              <a:ext uri="{FF2B5EF4-FFF2-40B4-BE49-F238E27FC236}">
                <a16:creationId xmlns:a16="http://schemas.microsoft.com/office/drawing/2014/main" id="{76938A64-5C47-27D9-9B98-1E26B0073B3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145996" y="1399880"/>
            <a:ext cx="1440000" cy="1440000"/>
          </a:xfrm>
          <a:prstGeom prst="rect">
            <a:avLst/>
          </a:prstGeom>
        </p:spPr>
      </p:pic>
      <p:pic>
        <p:nvPicPr>
          <p:cNvPr id="24" name="图形 23" descr="比心">
            <a:extLst>
              <a:ext uri="{FF2B5EF4-FFF2-40B4-BE49-F238E27FC236}">
                <a16:creationId xmlns:a16="http://schemas.microsoft.com/office/drawing/2014/main" id="{6DD3A52D-12C6-1303-D781-1D1174ABADD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4144510" y="1345803"/>
            <a:ext cx="1440000" cy="1440000"/>
          </a:xfrm>
          <a:prstGeom prst="rect">
            <a:avLst/>
          </a:prstGeom>
        </p:spPr>
      </p:pic>
      <p:pic>
        <p:nvPicPr>
          <p:cNvPr id="2" name="图形 1" descr="比心">
            <a:extLst>
              <a:ext uri="{FF2B5EF4-FFF2-40B4-BE49-F238E27FC236}">
                <a16:creationId xmlns:a16="http://schemas.microsoft.com/office/drawing/2014/main" id="{2A002854-6069-B2DD-33E0-B5CDFE1E0485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123603" y="431403"/>
            <a:ext cx="1440000" cy="1440000"/>
          </a:xfrm>
          <a:prstGeom prst="rect">
            <a:avLst/>
          </a:prstGeom>
        </p:spPr>
      </p:pic>
      <p:pic>
        <p:nvPicPr>
          <p:cNvPr id="3" name="图形 2" descr="比心">
            <a:extLst>
              <a:ext uri="{FF2B5EF4-FFF2-40B4-BE49-F238E27FC236}">
                <a16:creationId xmlns:a16="http://schemas.microsoft.com/office/drawing/2014/main" id="{70BA7BE9-0937-8503-E17B-4C56B7720E5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510737" y="679880"/>
            <a:ext cx="1440000" cy="1440000"/>
          </a:xfrm>
          <a:prstGeom prst="rect">
            <a:avLst/>
          </a:prstGeom>
        </p:spPr>
      </p:pic>
      <p:pic>
        <p:nvPicPr>
          <p:cNvPr id="7" name="图形 6" descr="音符">
            <a:extLst>
              <a:ext uri="{FF2B5EF4-FFF2-40B4-BE49-F238E27FC236}">
                <a16:creationId xmlns:a16="http://schemas.microsoft.com/office/drawing/2014/main" id="{7F4AF5DA-EE86-A4BB-9102-A87070667E3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4098859" y="4986597"/>
            <a:ext cx="1440000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353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3778D973-6894-FBB1-A8F6-AB6B19B60072}"/>
              </a:ext>
            </a:extLst>
          </p:cNvPr>
          <p:cNvSpPr/>
          <p:nvPr/>
        </p:nvSpPr>
        <p:spPr>
          <a:xfrm>
            <a:off x="855476" y="672364"/>
            <a:ext cx="609685" cy="608764"/>
          </a:xfrm>
          <a:custGeom>
            <a:avLst/>
            <a:gdLst>
              <a:gd name="T0" fmla="*/ 6307 w 6827"/>
              <a:gd name="T1" fmla="*/ 6381 h 6827"/>
              <a:gd name="T2" fmla="*/ 5639 w 6827"/>
              <a:gd name="T3" fmla="*/ 4155 h 6827"/>
              <a:gd name="T4" fmla="*/ 5417 w 6827"/>
              <a:gd name="T5" fmla="*/ 2597 h 6827"/>
              <a:gd name="T6" fmla="*/ 3636 w 6827"/>
              <a:gd name="T7" fmla="*/ 1929 h 6827"/>
              <a:gd name="T8" fmla="*/ 4081 w 6827"/>
              <a:gd name="T9" fmla="*/ 1113 h 6827"/>
              <a:gd name="T10" fmla="*/ 3992 w 6827"/>
              <a:gd name="T11" fmla="*/ 780 h 6827"/>
              <a:gd name="T12" fmla="*/ 3413 w 6827"/>
              <a:gd name="T13" fmla="*/ 0 h 6827"/>
              <a:gd name="T14" fmla="*/ 2834 w 6827"/>
              <a:gd name="T15" fmla="*/ 780 h 6827"/>
              <a:gd name="T16" fmla="*/ 3191 w 6827"/>
              <a:gd name="T17" fmla="*/ 1740 h 6827"/>
              <a:gd name="T18" fmla="*/ 2078 w 6827"/>
              <a:gd name="T19" fmla="*/ 1929 h 6827"/>
              <a:gd name="T20" fmla="*/ 1410 w 6827"/>
              <a:gd name="T21" fmla="*/ 4155 h 6827"/>
              <a:gd name="T22" fmla="*/ 519 w 6827"/>
              <a:gd name="T23" fmla="*/ 4823 h 6827"/>
              <a:gd name="T24" fmla="*/ 223 w 6827"/>
              <a:gd name="T25" fmla="*/ 6381 h 6827"/>
              <a:gd name="T26" fmla="*/ 223 w 6827"/>
              <a:gd name="T27" fmla="*/ 6827 h 6827"/>
              <a:gd name="T28" fmla="*/ 6827 w 6827"/>
              <a:gd name="T29" fmla="*/ 6604 h 6827"/>
              <a:gd name="T30" fmla="*/ 3220 w 6827"/>
              <a:gd name="T31" fmla="*/ 1003 h 6827"/>
              <a:gd name="T32" fmla="*/ 3607 w 6827"/>
              <a:gd name="T33" fmla="*/ 1003 h 6827"/>
              <a:gd name="T34" fmla="*/ 3413 w 6827"/>
              <a:gd name="T35" fmla="*/ 1336 h 6827"/>
              <a:gd name="T36" fmla="*/ 3220 w 6827"/>
              <a:gd name="T37" fmla="*/ 1003 h 6827"/>
              <a:gd name="T38" fmla="*/ 2078 w 6827"/>
              <a:gd name="T39" fmla="*/ 2374 h 6827"/>
              <a:gd name="T40" fmla="*/ 4972 w 6827"/>
              <a:gd name="T41" fmla="*/ 2597 h 6827"/>
              <a:gd name="T42" fmla="*/ 4903 w 6827"/>
              <a:gd name="T43" fmla="*/ 3166 h 6827"/>
              <a:gd name="T44" fmla="*/ 3685 w 6827"/>
              <a:gd name="T45" fmla="*/ 3166 h 6827"/>
              <a:gd name="T46" fmla="*/ 3121 w 6827"/>
              <a:gd name="T47" fmla="*/ 3165 h 6827"/>
              <a:gd name="T48" fmla="*/ 1904 w 6827"/>
              <a:gd name="T49" fmla="*/ 3166 h 6827"/>
              <a:gd name="T50" fmla="*/ 1855 w 6827"/>
              <a:gd name="T51" fmla="*/ 2597 h 6827"/>
              <a:gd name="T52" fmla="*/ 5466 w 6827"/>
              <a:gd name="T53" fmla="*/ 5392 h 6827"/>
              <a:gd name="T54" fmla="*/ 4903 w 6827"/>
              <a:gd name="T55" fmla="*/ 5392 h 6827"/>
              <a:gd name="T56" fmla="*/ 3685 w 6827"/>
              <a:gd name="T57" fmla="*/ 5392 h 6827"/>
              <a:gd name="T58" fmla="*/ 3121 w 6827"/>
              <a:gd name="T59" fmla="*/ 5391 h 6827"/>
              <a:gd name="T60" fmla="*/ 1904 w 6827"/>
              <a:gd name="T61" fmla="*/ 5392 h 6827"/>
              <a:gd name="T62" fmla="*/ 1294 w 6827"/>
              <a:gd name="T63" fmla="*/ 5345 h 6827"/>
              <a:gd name="T64" fmla="*/ 965 w 6827"/>
              <a:gd name="T65" fmla="*/ 4823 h 6827"/>
              <a:gd name="T66" fmla="*/ 5639 w 6827"/>
              <a:gd name="T67" fmla="*/ 4601 h 6827"/>
              <a:gd name="T68" fmla="*/ 5862 w 6827"/>
              <a:gd name="T69" fmla="*/ 5095 h 682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6827" h="6827">
                <a:moveTo>
                  <a:pt x="6604" y="6381"/>
                </a:moveTo>
                <a:lnTo>
                  <a:pt x="6307" y="6381"/>
                </a:lnTo>
                <a:lnTo>
                  <a:pt x="6307" y="4823"/>
                </a:lnTo>
                <a:cubicBezTo>
                  <a:pt x="6307" y="4455"/>
                  <a:pt x="6008" y="4155"/>
                  <a:pt x="5639" y="4155"/>
                </a:cubicBezTo>
                <a:lnTo>
                  <a:pt x="5417" y="4155"/>
                </a:lnTo>
                <a:lnTo>
                  <a:pt x="5417" y="2597"/>
                </a:lnTo>
                <a:cubicBezTo>
                  <a:pt x="5417" y="2229"/>
                  <a:pt x="5117" y="1929"/>
                  <a:pt x="4749" y="1929"/>
                </a:cubicBezTo>
                <a:lnTo>
                  <a:pt x="3636" y="1929"/>
                </a:lnTo>
                <a:lnTo>
                  <a:pt x="3636" y="1740"/>
                </a:lnTo>
                <a:cubicBezTo>
                  <a:pt x="3894" y="1648"/>
                  <a:pt x="4081" y="1403"/>
                  <a:pt x="4081" y="1113"/>
                </a:cubicBezTo>
                <a:cubicBezTo>
                  <a:pt x="4081" y="996"/>
                  <a:pt x="4050" y="881"/>
                  <a:pt x="3992" y="780"/>
                </a:cubicBezTo>
                <a:cubicBezTo>
                  <a:pt x="3992" y="780"/>
                  <a:pt x="3992" y="780"/>
                  <a:pt x="3992" y="780"/>
                </a:cubicBezTo>
                <a:lnTo>
                  <a:pt x="3606" y="111"/>
                </a:lnTo>
                <a:cubicBezTo>
                  <a:pt x="3566" y="42"/>
                  <a:pt x="3493" y="0"/>
                  <a:pt x="3413" y="0"/>
                </a:cubicBezTo>
                <a:cubicBezTo>
                  <a:pt x="3334" y="0"/>
                  <a:pt x="3260" y="42"/>
                  <a:pt x="3221" y="111"/>
                </a:cubicBezTo>
                <a:lnTo>
                  <a:pt x="2834" y="780"/>
                </a:lnTo>
                <a:cubicBezTo>
                  <a:pt x="2776" y="881"/>
                  <a:pt x="2746" y="996"/>
                  <a:pt x="2746" y="1113"/>
                </a:cubicBezTo>
                <a:cubicBezTo>
                  <a:pt x="2746" y="1403"/>
                  <a:pt x="2932" y="1648"/>
                  <a:pt x="3191" y="1740"/>
                </a:cubicBezTo>
                <a:lnTo>
                  <a:pt x="3191" y="1929"/>
                </a:lnTo>
                <a:lnTo>
                  <a:pt x="2078" y="1929"/>
                </a:lnTo>
                <a:cubicBezTo>
                  <a:pt x="1709" y="1929"/>
                  <a:pt x="1410" y="2229"/>
                  <a:pt x="1410" y="2597"/>
                </a:cubicBezTo>
                <a:lnTo>
                  <a:pt x="1410" y="4155"/>
                </a:lnTo>
                <a:lnTo>
                  <a:pt x="1187" y="4155"/>
                </a:lnTo>
                <a:cubicBezTo>
                  <a:pt x="819" y="4155"/>
                  <a:pt x="519" y="4455"/>
                  <a:pt x="519" y="4823"/>
                </a:cubicBezTo>
                <a:lnTo>
                  <a:pt x="519" y="6381"/>
                </a:lnTo>
                <a:lnTo>
                  <a:pt x="223" y="6381"/>
                </a:lnTo>
                <a:cubicBezTo>
                  <a:pt x="100" y="6381"/>
                  <a:pt x="0" y="6481"/>
                  <a:pt x="0" y="6604"/>
                </a:cubicBezTo>
                <a:cubicBezTo>
                  <a:pt x="0" y="6727"/>
                  <a:pt x="100" y="6827"/>
                  <a:pt x="223" y="6827"/>
                </a:cubicBezTo>
                <a:lnTo>
                  <a:pt x="6604" y="6827"/>
                </a:lnTo>
                <a:cubicBezTo>
                  <a:pt x="6727" y="6827"/>
                  <a:pt x="6827" y="6727"/>
                  <a:pt x="6827" y="6604"/>
                </a:cubicBezTo>
                <a:cubicBezTo>
                  <a:pt x="6827" y="6481"/>
                  <a:pt x="6727" y="6381"/>
                  <a:pt x="6604" y="6381"/>
                </a:cubicBezTo>
                <a:close/>
                <a:moveTo>
                  <a:pt x="3220" y="1003"/>
                </a:moveTo>
                <a:lnTo>
                  <a:pt x="3413" y="668"/>
                </a:lnTo>
                <a:lnTo>
                  <a:pt x="3607" y="1003"/>
                </a:lnTo>
                <a:cubicBezTo>
                  <a:pt x="3626" y="1036"/>
                  <a:pt x="3636" y="1074"/>
                  <a:pt x="3636" y="1113"/>
                </a:cubicBezTo>
                <a:cubicBezTo>
                  <a:pt x="3636" y="1236"/>
                  <a:pt x="3536" y="1336"/>
                  <a:pt x="3413" y="1336"/>
                </a:cubicBezTo>
                <a:cubicBezTo>
                  <a:pt x="3291" y="1336"/>
                  <a:pt x="3191" y="1236"/>
                  <a:pt x="3191" y="1113"/>
                </a:cubicBezTo>
                <a:cubicBezTo>
                  <a:pt x="3191" y="1074"/>
                  <a:pt x="3201" y="1036"/>
                  <a:pt x="3220" y="1003"/>
                </a:cubicBezTo>
                <a:close/>
                <a:moveTo>
                  <a:pt x="1855" y="2597"/>
                </a:moveTo>
                <a:cubicBezTo>
                  <a:pt x="1855" y="2474"/>
                  <a:pt x="1955" y="2374"/>
                  <a:pt x="2078" y="2374"/>
                </a:cubicBezTo>
                <a:lnTo>
                  <a:pt x="4749" y="2374"/>
                </a:lnTo>
                <a:cubicBezTo>
                  <a:pt x="4872" y="2374"/>
                  <a:pt x="4972" y="2474"/>
                  <a:pt x="4972" y="2597"/>
                </a:cubicBezTo>
                <a:lnTo>
                  <a:pt x="4972" y="3238"/>
                </a:lnTo>
                <a:cubicBezTo>
                  <a:pt x="4951" y="3217"/>
                  <a:pt x="4929" y="3194"/>
                  <a:pt x="4903" y="3166"/>
                </a:cubicBezTo>
                <a:cubicBezTo>
                  <a:pt x="4774" y="3026"/>
                  <a:pt x="4597" y="2833"/>
                  <a:pt x="4294" y="2833"/>
                </a:cubicBezTo>
                <a:cubicBezTo>
                  <a:pt x="3991" y="2833"/>
                  <a:pt x="3814" y="3026"/>
                  <a:pt x="3685" y="3166"/>
                </a:cubicBezTo>
                <a:cubicBezTo>
                  <a:pt x="3562" y="3300"/>
                  <a:pt x="3502" y="3355"/>
                  <a:pt x="3403" y="3355"/>
                </a:cubicBezTo>
                <a:cubicBezTo>
                  <a:pt x="3302" y="3355"/>
                  <a:pt x="3237" y="3290"/>
                  <a:pt x="3121" y="3165"/>
                </a:cubicBezTo>
                <a:cubicBezTo>
                  <a:pt x="2991" y="3025"/>
                  <a:pt x="2813" y="2833"/>
                  <a:pt x="2513" y="2833"/>
                </a:cubicBezTo>
                <a:cubicBezTo>
                  <a:pt x="2210" y="2833"/>
                  <a:pt x="2033" y="3026"/>
                  <a:pt x="1904" y="3166"/>
                </a:cubicBezTo>
                <a:cubicBezTo>
                  <a:pt x="1886" y="3186"/>
                  <a:pt x="1871" y="3201"/>
                  <a:pt x="1855" y="3218"/>
                </a:cubicBezTo>
                <a:lnTo>
                  <a:pt x="1855" y="2597"/>
                </a:lnTo>
                <a:close/>
                <a:moveTo>
                  <a:pt x="5862" y="5095"/>
                </a:moveTo>
                <a:cubicBezTo>
                  <a:pt x="5683" y="5157"/>
                  <a:pt x="5561" y="5288"/>
                  <a:pt x="5466" y="5392"/>
                </a:cubicBezTo>
                <a:cubicBezTo>
                  <a:pt x="5342" y="5526"/>
                  <a:pt x="5282" y="5581"/>
                  <a:pt x="5184" y="5581"/>
                </a:cubicBezTo>
                <a:cubicBezTo>
                  <a:pt x="5086" y="5581"/>
                  <a:pt x="5027" y="5526"/>
                  <a:pt x="4903" y="5392"/>
                </a:cubicBezTo>
                <a:cubicBezTo>
                  <a:pt x="4774" y="5252"/>
                  <a:pt x="4597" y="5059"/>
                  <a:pt x="4294" y="5059"/>
                </a:cubicBezTo>
                <a:cubicBezTo>
                  <a:pt x="3991" y="5059"/>
                  <a:pt x="3814" y="5252"/>
                  <a:pt x="3685" y="5392"/>
                </a:cubicBezTo>
                <a:cubicBezTo>
                  <a:pt x="3562" y="5526"/>
                  <a:pt x="3502" y="5581"/>
                  <a:pt x="3403" y="5581"/>
                </a:cubicBezTo>
                <a:cubicBezTo>
                  <a:pt x="3302" y="5581"/>
                  <a:pt x="3237" y="5516"/>
                  <a:pt x="3121" y="5391"/>
                </a:cubicBezTo>
                <a:cubicBezTo>
                  <a:pt x="2991" y="5251"/>
                  <a:pt x="2813" y="5059"/>
                  <a:pt x="2513" y="5059"/>
                </a:cubicBezTo>
                <a:cubicBezTo>
                  <a:pt x="2210" y="5059"/>
                  <a:pt x="2033" y="5252"/>
                  <a:pt x="1904" y="5392"/>
                </a:cubicBezTo>
                <a:cubicBezTo>
                  <a:pt x="1781" y="5526"/>
                  <a:pt x="1721" y="5581"/>
                  <a:pt x="1623" y="5581"/>
                </a:cubicBezTo>
                <a:cubicBezTo>
                  <a:pt x="1517" y="5581"/>
                  <a:pt x="1428" y="5492"/>
                  <a:pt x="1294" y="5345"/>
                </a:cubicBezTo>
                <a:cubicBezTo>
                  <a:pt x="1200" y="5242"/>
                  <a:pt x="1097" y="5130"/>
                  <a:pt x="965" y="5056"/>
                </a:cubicBezTo>
                <a:lnTo>
                  <a:pt x="965" y="4823"/>
                </a:lnTo>
                <a:cubicBezTo>
                  <a:pt x="965" y="4700"/>
                  <a:pt x="1064" y="4601"/>
                  <a:pt x="1187" y="4601"/>
                </a:cubicBezTo>
                <a:lnTo>
                  <a:pt x="5639" y="4601"/>
                </a:lnTo>
                <a:cubicBezTo>
                  <a:pt x="5762" y="4601"/>
                  <a:pt x="5862" y="4700"/>
                  <a:pt x="5862" y="4823"/>
                </a:cubicBezTo>
                <a:lnTo>
                  <a:pt x="5862" y="5095"/>
                </a:lnTo>
                <a:close/>
              </a:path>
            </a:pathLst>
          </a:cu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423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0</Words>
  <Application>Microsoft Office PowerPoint</Application>
  <PresentationFormat>宽屏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cz Shi</dc:creator>
  <cp:lastModifiedBy>cz Shi</cp:lastModifiedBy>
  <cp:revision>5</cp:revision>
  <dcterms:created xsi:type="dcterms:W3CDTF">2024-01-27T09:43:27Z</dcterms:created>
  <dcterms:modified xsi:type="dcterms:W3CDTF">2024-07-13T14:47:09Z</dcterms:modified>
</cp:coreProperties>
</file>